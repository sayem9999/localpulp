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present CelluPulp BD, a venture dedicated to securing Bangladesh's hygiene supply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clear: our hygiene sector is entirely dependent on expensive, dollar-denominated imports.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local jute and bamboo to create a product that is cheaper, faster, and more reliable.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 is growing at 15% CAGR. We aim to capture a strategic 10% share in the pilot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financials show the classic J-curve. We break even operationally in Year 2 and hit net profitability in Year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We are ready to build the future of industrial manufacturing in Bangladesh.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c:/Localpul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828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CelluPulp BD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Strategic Import Substitution for Bangladesh’s Hygiene Sector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April 2026 | BEZA Industrial Zone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The Problem: Forex &amp; Supply Chain Crisis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Dependency: Bangladesh imports 60k-80k MT of wood fluff pulp annually.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Cost: $80 Million USD per year leaving the local economy.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Volatility: LC margins and dollar liquidity disrupting production.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The Solution: Localized Fluff Pulp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Material: Jute and Bamboo fiber blending.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Cost Leadership: 15-25% cheaper than landed imports.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Efficiency: 48-hour lead time vs 60-day imports.</a:t>
            </a:r>
            <a:endParaRPr lang="en-US" sz="2000" dirty="0"/>
          </a:p>
        </p:txBody>
      </p:sp>
      <p:pic>
        <p:nvPicPr>
          <p:cNvPr id="4" name="Image 0" descr="c:/Localpulp/public/prod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3200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Market Opportunity &amp; Demand</a:t>
            </a:r>
            <a:endParaRPr lang="en-US" sz="3600" dirty="0"/>
          </a:p>
        </p:txBody>
      </p:sp>
      <p:pic>
        <p:nvPicPr>
          <p:cNvPr id="3" name="Image 0" descr="C:\Users\Sayem\.gemini\antigravity\brain\2151e429-108a-4040-85e8-bc3df4fdf332\scratch\charts\market_dem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114800" cy="3200400"/>
          </a:xfrm>
          <a:prstGeom prst="rect">
            <a:avLst/>
          </a:prstGeom>
        </p:spPr>
      </p:pic>
      <p:pic>
        <p:nvPicPr>
          <p:cNvPr id="4" name="Image 1" descr="C:\Users\Sayem\.gemini\antigravity\brain\2151e429-108a-4040-85e8-bc3df4fdf332\scratch\charts\localization_imp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Financial Projections (Year 1-3)</a:t>
            </a:r>
            <a:endParaRPr lang="en-US" sz="3600" dirty="0"/>
          </a:p>
        </p:txBody>
      </p:sp>
      <p:pic>
        <p:nvPicPr>
          <p:cNvPr id="3" name="Image 0" descr="C:\Users\Sayem\.gemini\antigravity\brain\2151e429-108a-4040-85e8-bc3df4fdf332\scratch\charts\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114800" cy="3200400"/>
          </a:xfrm>
          <a:prstGeom prst="rect">
            <a:avLst/>
          </a:prstGeom>
        </p:spPr>
      </p:pic>
      <p:pic>
        <p:nvPicPr>
          <p:cNvPr id="4" name="Image 1" descr="C:\Users\Sayem\.gemini\antigravity\brain\2151e429-108a-4040-85e8-bc3df4fdf332\scratch\charts\net_inc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Securing Bangladesh's Hygiene Future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Md Sayem Sarkar | md.sayem@cellupulpbd.com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CelluPulp BD Pitch Deck</dc:title>
  <dc:subject>PptxGenJS Presentation</dc:subject>
  <dc:creator>Antigravity</dc:creator>
  <cp:lastModifiedBy>Antigravity</cp:lastModifiedBy>
  <cp:revision>1</cp:revision>
  <dcterms:created xsi:type="dcterms:W3CDTF">2026-04-27T17:02:22Z</dcterms:created>
  <dcterms:modified xsi:type="dcterms:W3CDTF">2026-04-27T17:02:22Z</dcterms:modified>
</cp:coreProperties>
</file>